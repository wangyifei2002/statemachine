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1"/>
    <p:restoredTop sz="94649"/>
  </p:normalViewPr>
  <p:slideViewPr>
    <p:cSldViewPr snapToGrid="0">
      <p:cViewPr varScale="1">
        <p:scale>
          <a:sx n="117" d="100"/>
          <a:sy n="117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EE652-19E6-FF47-81D8-26F314014042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4BB98-0CD9-0645-BA14-47F69B85B7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75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BB98-0CD9-0645-BA14-47F69B85B7A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28E9-7A73-A1EA-C209-24D726E2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7D8B9B-E609-D301-97C1-E008BF5E1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255D76-9879-C408-6BA0-DB32602D5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AFD14-700F-BE5E-F203-8925810B7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BB98-0CD9-0645-BA14-47F69B85B7A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0138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C242-5ACE-9781-79FB-BEB781BC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26DCB-8700-376F-0721-8A3C27D1F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4B8864-84A3-5DB4-BCD6-0357C77B0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62C68C-931E-95B5-A4A2-BFD344890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4BB98-0CD9-0645-BA14-47F69B85B7A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9167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25558-550B-6138-7ACB-3B50149AF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8BDDEB-C0D7-1674-4B10-039360D05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7ACB7-E929-6582-05F1-968ED1CB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02198-87DD-C531-E793-DC4E39E1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5ED7D2-DF27-6239-BAFA-4537193A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6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12D17-B52F-FBA8-E254-39A4C497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D4B2B9-00DD-ADD2-1634-5C26ED355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2CB992-85A9-6907-9C35-6F76A43F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D5311-B081-2F8D-092B-52F72CD9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9CC83C-7146-5F5A-A74F-0FCBBAE5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373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345A7-D118-44E6-B65F-D6412D58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68AD2C-FBBE-75F4-49BC-DFAD8681C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81F1-FD60-617B-8460-8F29A529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9E034-BFA3-6782-8470-427F46BB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80616-DE7D-3589-6FF8-E0130756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82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55EF8-E355-8BA7-BA51-7068E91B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ED7AAD-97C5-445A-427B-4BC6F7A36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A8F37D-5265-41EF-4C0F-D24557A7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CA90F6-FBBA-7A49-FC7D-05785BA6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97AF30-A33A-EA36-8505-276ECA778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593A03-2DCC-0C73-380C-153B2CE5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296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060D9-FA8C-8AFD-5B59-5E56CC31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ECDFEE-04D6-40DA-5786-0B18F1A61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94AC0B-2834-92C7-91B9-C13A0976D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3F1572-0FBE-5802-C920-598E3ED00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D2A6A7-D304-654A-74DF-B6D826F75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7BFACB-186A-23CD-2C9F-6B36ECED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AF68F8-4032-1C31-05E0-D690F2FF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FE1B614-CDAF-B05E-A0D6-ABD7980DC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27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A3EAA-7CE2-60E2-1D6D-A643CBEC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1E48E8-EA76-F7D7-3B22-BBEBB7C1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D3A46C-C587-A195-FE6C-EEBAB78D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15917C-AF04-BE58-6769-BB91D13A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2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862742-9BE7-D4E7-3095-835AC317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23B40E-E3AA-274E-C0CE-FE5A0916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2093E0-A91E-FBB1-6E65-49FE7D5D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395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05D65-3886-ECAA-97FF-9D739635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10EB9D-08E7-3474-62AA-6133455F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5644F5-73E0-3F8C-210F-716044CDC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59A3AC-3DF1-D4B9-FEA0-866E2124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FCE4B3-16A2-358E-1B3F-B7C7CF06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B6B48-06D5-478A-06ED-32DF3E82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01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11C87-999A-E30F-BB13-034BEF0F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A9C348-90B1-EA71-3F5E-3E4392C5F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002898-0983-114C-0F8E-BCD02C606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F747E4-536E-D3FA-85B0-0C092572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DEE483-79E7-2F45-A038-12E55F0A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E36844-6B31-846E-11A1-2ECAD905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147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FD2DA-D9F5-1DA4-5D9C-CF7478F6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2E22A-5657-FD6B-58B4-07AEDB343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7162D2-0E62-0C9F-7899-8CEEC8E3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8E4B5-2DBF-6B2B-5FAB-E341BCB0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8FF533-C78F-22A8-B689-73CB3BF5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97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CF14B9-0891-5604-DC61-FE49FCB04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B41DF2-6D36-8619-F79C-317B8B3BD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E4FF7-7071-0B36-FE13-1BB0006B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3284C-F4F2-58A5-78FB-050A48D1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F93F45-EB60-D8E8-B707-1B526705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98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68F747-35DF-3163-E05C-15807575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5F42E3-6946-2D0A-6D45-3ABF514FA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54F102-9E75-B1FE-C50C-37B7C0526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D2740-0CA5-5641-95F9-4B4FFA0C2F15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B687F-0391-D99F-4A5E-3EA919E3C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80EDB9-C140-F670-6C0A-6C1C7E3E6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827E9-8491-FF49-90D7-03BBFDB374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986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A82DAECF-0FB1-D6DF-D883-60D1492C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00" y="233204"/>
            <a:ext cx="7560000" cy="6858000"/>
          </a:xfrm>
          <a:prstGeom prst="rect">
            <a:avLst/>
          </a:prstGeom>
        </p:spPr>
      </p:pic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90CA38FE-4C31-186F-6C89-545786C66A08}"/>
              </a:ext>
            </a:extLst>
          </p:cNvPr>
          <p:cNvCxnSpPr>
            <a:cxnSpLocks/>
          </p:cNvCxnSpPr>
          <p:nvPr/>
        </p:nvCxnSpPr>
        <p:spPr>
          <a:xfrm>
            <a:off x="7218095" y="1723605"/>
            <a:ext cx="1327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0F6CF8DA-0205-259E-272E-47074B99197E}"/>
              </a:ext>
            </a:extLst>
          </p:cNvPr>
          <p:cNvCxnSpPr>
            <a:cxnSpLocks/>
          </p:cNvCxnSpPr>
          <p:nvPr/>
        </p:nvCxnSpPr>
        <p:spPr>
          <a:xfrm flipH="1">
            <a:off x="7218096" y="1884096"/>
            <a:ext cx="1327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40E9C83-5C14-3F97-1A1E-ADF15A7165C4}"/>
              </a:ext>
            </a:extLst>
          </p:cNvPr>
          <p:cNvCxnSpPr>
            <a:cxnSpLocks/>
          </p:cNvCxnSpPr>
          <p:nvPr/>
        </p:nvCxnSpPr>
        <p:spPr>
          <a:xfrm flipV="1">
            <a:off x="6682672" y="2014917"/>
            <a:ext cx="0" cy="199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9108E725-E7BE-C3D6-A7CC-58E1EDD5B429}"/>
              </a:ext>
            </a:extLst>
          </p:cNvPr>
          <p:cNvCxnSpPr>
            <a:cxnSpLocks/>
          </p:cNvCxnSpPr>
          <p:nvPr/>
        </p:nvCxnSpPr>
        <p:spPr>
          <a:xfrm flipH="1">
            <a:off x="5648241" y="1889491"/>
            <a:ext cx="783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599B274-AD59-59C3-F5EA-FE3C695880D7}"/>
              </a:ext>
            </a:extLst>
          </p:cNvPr>
          <p:cNvCxnSpPr>
            <a:cxnSpLocks/>
          </p:cNvCxnSpPr>
          <p:nvPr/>
        </p:nvCxnSpPr>
        <p:spPr>
          <a:xfrm flipV="1">
            <a:off x="5928421" y="5654435"/>
            <a:ext cx="0" cy="211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D665F70-4AB6-F11A-5094-53E43BEC3CCC}"/>
              </a:ext>
            </a:extLst>
          </p:cNvPr>
          <p:cNvCxnSpPr>
            <a:cxnSpLocks/>
          </p:cNvCxnSpPr>
          <p:nvPr/>
        </p:nvCxnSpPr>
        <p:spPr>
          <a:xfrm>
            <a:off x="6501539" y="5339226"/>
            <a:ext cx="753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10FF4F-AB2B-79DC-C644-46E8160DC3CC}"/>
              </a:ext>
            </a:extLst>
          </p:cNvPr>
          <p:cNvCxnSpPr>
            <a:cxnSpLocks/>
          </p:cNvCxnSpPr>
          <p:nvPr/>
        </p:nvCxnSpPr>
        <p:spPr>
          <a:xfrm flipH="1">
            <a:off x="6501539" y="6321778"/>
            <a:ext cx="753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F856D7F0-DD93-3242-3185-1AEF6CEB6DBC}"/>
              </a:ext>
            </a:extLst>
          </p:cNvPr>
          <p:cNvCxnSpPr>
            <a:cxnSpLocks/>
          </p:cNvCxnSpPr>
          <p:nvPr/>
        </p:nvCxnSpPr>
        <p:spPr>
          <a:xfrm flipV="1">
            <a:off x="7462257" y="1408471"/>
            <a:ext cx="0" cy="8282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25251B1-E7CA-3517-4433-27E3C6845447}"/>
              </a:ext>
            </a:extLst>
          </p:cNvPr>
          <p:cNvCxnSpPr>
            <a:cxnSpLocks/>
          </p:cNvCxnSpPr>
          <p:nvPr/>
        </p:nvCxnSpPr>
        <p:spPr>
          <a:xfrm flipV="1">
            <a:off x="5503054" y="5082036"/>
            <a:ext cx="0" cy="78407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10DC7F5D-F12D-0183-C150-252A15351273}"/>
              </a:ext>
            </a:extLst>
          </p:cNvPr>
          <p:cNvCxnSpPr>
            <a:cxnSpLocks/>
          </p:cNvCxnSpPr>
          <p:nvPr/>
        </p:nvCxnSpPr>
        <p:spPr>
          <a:xfrm flipH="1">
            <a:off x="4355184" y="6127729"/>
            <a:ext cx="9581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EBB1E44-9AC1-3639-6048-8693FA45CD26}"/>
              </a:ext>
            </a:extLst>
          </p:cNvPr>
          <p:cNvCxnSpPr>
            <a:cxnSpLocks/>
          </p:cNvCxnSpPr>
          <p:nvPr/>
        </p:nvCxnSpPr>
        <p:spPr>
          <a:xfrm>
            <a:off x="7777113" y="2517028"/>
            <a:ext cx="8054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13A2EAF0-3E48-E34E-30FF-8C1FD43B1001}"/>
              </a:ext>
            </a:extLst>
          </p:cNvPr>
          <p:cNvCxnSpPr>
            <a:cxnSpLocks/>
          </p:cNvCxnSpPr>
          <p:nvPr/>
        </p:nvCxnSpPr>
        <p:spPr>
          <a:xfrm>
            <a:off x="4321147" y="5411057"/>
            <a:ext cx="1327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78429319-03B8-C06B-D262-F63A36703992}"/>
              </a:ext>
            </a:extLst>
          </p:cNvPr>
          <p:cNvCxnSpPr>
            <a:cxnSpLocks/>
          </p:cNvCxnSpPr>
          <p:nvPr/>
        </p:nvCxnSpPr>
        <p:spPr>
          <a:xfrm flipH="1">
            <a:off x="4321148" y="5571548"/>
            <a:ext cx="1327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D4A1BDA-90CB-D3DE-255A-965155ECD645}"/>
              </a:ext>
            </a:extLst>
          </p:cNvPr>
          <p:cNvSpPr txBox="1"/>
          <p:nvPr/>
        </p:nvSpPr>
        <p:spPr>
          <a:xfrm>
            <a:off x="10869105" y="895546"/>
            <a:ext cx="6146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通信业务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单独颜色、毫米波设备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上接口规格和速度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096E5FF3-86E4-7979-3BDC-E3EA84F19D56}"/>
              </a:ext>
            </a:extLst>
          </p:cNvPr>
          <p:cNvCxnSpPr>
            <a:cxnSpLocks/>
          </p:cNvCxnSpPr>
          <p:nvPr/>
        </p:nvCxnSpPr>
        <p:spPr>
          <a:xfrm>
            <a:off x="7576949" y="1408471"/>
            <a:ext cx="0" cy="82820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97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1A5DA-1412-148F-BE13-BB2F0A41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B84922C2-62D5-F19F-DD31-8C6650425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8" y="39351"/>
            <a:ext cx="7516621" cy="6818649"/>
          </a:xfrm>
          <a:prstGeom prst="rect">
            <a:avLst/>
          </a:prstGeom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1E6DFE5-CD12-31CB-D13F-3533D64147D3}"/>
              </a:ext>
            </a:extLst>
          </p:cNvPr>
          <p:cNvCxnSpPr>
            <a:cxnSpLocks/>
          </p:cNvCxnSpPr>
          <p:nvPr/>
        </p:nvCxnSpPr>
        <p:spPr>
          <a:xfrm flipV="1">
            <a:off x="3825301" y="5401727"/>
            <a:ext cx="0" cy="211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21319729-E713-4800-DAF9-6B9950989A2B}"/>
              </a:ext>
            </a:extLst>
          </p:cNvPr>
          <p:cNvCxnSpPr>
            <a:cxnSpLocks/>
          </p:cNvCxnSpPr>
          <p:nvPr/>
        </p:nvCxnSpPr>
        <p:spPr>
          <a:xfrm>
            <a:off x="5367872" y="1193369"/>
            <a:ext cx="0" cy="847187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55753CF9-6AAD-7A1D-F7DF-806F8392CE78}"/>
              </a:ext>
            </a:extLst>
          </p:cNvPr>
          <p:cNvCxnSpPr>
            <a:cxnSpLocks/>
          </p:cNvCxnSpPr>
          <p:nvPr/>
        </p:nvCxnSpPr>
        <p:spPr>
          <a:xfrm>
            <a:off x="3510366" y="2458325"/>
            <a:ext cx="816259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208ABE11-23AA-07FC-03F5-180B75D9BDAE}"/>
              </a:ext>
            </a:extLst>
          </p:cNvPr>
          <p:cNvCxnSpPr>
            <a:cxnSpLocks/>
          </p:cNvCxnSpPr>
          <p:nvPr/>
        </p:nvCxnSpPr>
        <p:spPr>
          <a:xfrm>
            <a:off x="3510366" y="1696325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CEE67FD-4E68-0CB2-FDF9-BDDE849D4D36}"/>
              </a:ext>
            </a:extLst>
          </p:cNvPr>
          <p:cNvCxnSpPr>
            <a:cxnSpLocks/>
          </p:cNvCxnSpPr>
          <p:nvPr/>
        </p:nvCxnSpPr>
        <p:spPr>
          <a:xfrm>
            <a:off x="5520272" y="1193369"/>
            <a:ext cx="0" cy="84718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DF173A8-A927-3A32-B801-FF36D5BAA542}"/>
              </a:ext>
            </a:extLst>
          </p:cNvPr>
          <p:cNvCxnSpPr>
            <a:cxnSpLocks/>
          </p:cNvCxnSpPr>
          <p:nvPr/>
        </p:nvCxnSpPr>
        <p:spPr>
          <a:xfrm>
            <a:off x="4575151" y="1787703"/>
            <a:ext cx="0" cy="25285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F9A18A9-5AED-9AF1-8FC2-C95B0026395D}"/>
              </a:ext>
            </a:extLst>
          </p:cNvPr>
          <p:cNvCxnSpPr>
            <a:cxnSpLocks/>
          </p:cNvCxnSpPr>
          <p:nvPr/>
        </p:nvCxnSpPr>
        <p:spPr>
          <a:xfrm>
            <a:off x="5690249" y="2264166"/>
            <a:ext cx="77220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4B428D1-CEDA-AA76-BDEA-BCCFF6556816}"/>
              </a:ext>
            </a:extLst>
          </p:cNvPr>
          <p:cNvCxnSpPr>
            <a:cxnSpLocks/>
          </p:cNvCxnSpPr>
          <p:nvPr/>
        </p:nvCxnSpPr>
        <p:spPr>
          <a:xfrm>
            <a:off x="3347596" y="4836160"/>
            <a:ext cx="0" cy="77724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A9A070E-8CF6-841C-24A7-9D09B59F0438}"/>
              </a:ext>
            </a:extLst>
          </p:cNvPr>
          <p:cNvCxnSpPr>
            <a:cxnSpLocks/>
          </p:cNvCxnSpPr>
          <p:nvPr/>
        </p:nvCxnSpPr>
        <p:spPr>
          <a:xfrm>
            <a:off x="5088721" y="1503653"/>
            <a:ext cx="13737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29D93B1-F62F-699E-B0A8-8637667A41B7}"/>
              </a:ext>
            </a:extLst>
          </p:cNvPr>
          <p:cNvCxnSpPr>
            <a:cxnSpLocks/>
          </p:cNvCxnSpPr>
          <p:nvPr/>
        </p:nvCxnSpPr>
        <p:spPr>
          <a:xfrm>
            <a:off x="5100372" y="1678379"/>
            <a:ext cx="136207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05349B4-3328-27A6-0E76-6351F11B906D}"/>
              </a:ext>
            </a:extLst>
          </p:cNvPr>
          <p:cNvCxnSpPr>
            <a:cxnSpLocks/>
          </p:cNvCxnSpPr>
          <p:nvPr/>
        </p:nvCxnSpPr>
        <p:spPr>
          <a:xfrm>
            <a:off x="2209289" y="5121552"/>
            <a:ext cx="135631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F2E3A268-81C8-C9A8-0C7B-BEF4B649A606}"/>
              </a:ext>
            </a:extLst>
          </p:cNvPr>
          <p:cNvCxnSpPr>
            <a:cxnSpLocks/>
          </p:cNvCxnSpPr>
          <p:nvPr/>
        </p:nvCxnSpPr>
        <p:spPr>
          <a:xfrm>
            <a:off x="2209289" y="5296278"/>
            <a:ext cx="1356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B82C152F-9F86-70AB-E17E-189826161DBC}"/>
              </a:ext>
            </a:extLst>
          </p:cNvPr>
          <p:cNvCxnSpPr>
            <a:cxnSpLocks/>
          </p:cNvCxnSpPr>
          <p:nvPr/>
        </p:nvCxnSpPr>
        <p:spPr>
          <a:xfrm>
            <a:off x="4365262" y="6062263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8CB401F-032C-39AD-5A8D-996D9F43E5CD}"/>
              </a:ext>
            </a:extLst>
          </p:cNvPr>
          <p:cNvCxnSpPr>
            <a:cxnSpLocks/>
          </p:cNvCxnSpPr>
          <p:nvPr/>
        </p:nvCxnSpPr>
        <p:spPr>
          <a:xfrm>
            <a:off x="2209289" y="5932499"/>
            <a:ext cx="1018417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9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40B2-AB7B-4E98-0D17-F803D3AD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5BAA15B7-4C17-FF49-F9EE-8DBB8BA06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8" y="39351"/>
            <a:ext cx="7516621" cy="6818649"/>
          </a:xfrm>
          <a:prstGeom prst="rect">
            <a:avLst/>
          </a:prstGeom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FE16AC1-6C12-96DA-B784-D26787E91F62}"/>
              </a:ext>
            </a:extLst>
          </p:cNvPr>
          <p:cNvCxnSpPr>
            <a:cxnSpLocks/>
          </p:cNvCxnSpPr>
          <p:nvPr/>
        </p:nvCxnSpPr>
        <p:spPr>
          <a:xfrm flipV="1">
            <a:off x="3825301" y="5401727"/>
            <a:ext cx="0" cy="211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7B2BB2B9-CB82-2D9B-B512-626FFDF4248E}"/>
              </a:ext>
            </a:extLst>
          </p:cNvPr>
          <p:cNvCxnSpPr>
            <a:cxnSpLocks/>
          </p:cNvCxnSpPr>
          <p:nvPr/>
        </p:nvCxnSpPr>
        <p:spPr>
          <a:xfrm>
            <a:off x="5367872" y="1193369"/>
            <a:ext cx="0" cy="847187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A931107B-026F-459C-1CAD-7D630339A04C}"/>
              </a:ext>
            </a:extLst>
          </p:cNvPr>
          <p:cNvCxnSpPr>
            <a:cxnSpLocks/>
          </p:cNvCxnSpPr>
          <p:nvPr/>
        </p:nvCxnSpPr>
        <p:spPr>
          <a:xfrm>
            <a:off x="3510366" y="2458325"/>
            <a:ext cx="816259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C62555B3-5AC1-A653-2EC7-FD728B82E48B}"/>
              </a:ext>
            </a:extLst>
          </p:cNvPr>
          <p:cNvCxnSpPr>
            <a:cxnSpLocks/>
          </p:cNvCxnSpPr>
          <p:nvPr/>
        </p:nvCxnSpPr>
        <p:spPr>
          <a:xfrm>
            <a:off x="3510366" y="1696325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6FAD368-BE27-8DCE-49D3-6080C8DE96C0}"/>
              </a:ext>
            </a:extLst>
          </p:cNvPr>
          <p:cNvCxnSpPr>
            <a:cxnSpLocks/>
          </p:cNvCxnSpPr>
          <p:nvPr/>
        </p:nvCxnSpPr>
        <p:spPr>
          <a:xfrm>
            <a:off x="5520272" y="1193369"/>
            <a:ext cx="0" cy="84718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5678B188-B0F7-9360-30B3-4B431A91FA4F}"/>
              </a:ext>
            </a:extLst>
          </p:cNvPr>
          <p:cNvCxnSpPr>
            <a:cxnSpLocks/>
          </p:cNvCxnSpPr>
          <p:nvPr/>
        </p:nvCxnSpPr>
        <p:spPr>
          <a:xfrm>
            <a:off x="4575151" y="1787703"/>
            <a:ext cx="0" cy="25285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F0A1598-FE59-AB6A-E2F0-F0AEDA44F30A}"/>
              </a:ext>
            </a:extLst>
          </p:cNvPr>
          <p:cNvCxnSpPr>
            <a:cxnSpLocks/>
          </p:cNvCxnSpPr>
          <p:nvPr/>
        </p:nvCxnSpPr>
        <p:spPr>
          <a:xfrm>
            <a:off x="5690249" y="2264166"/>
            <a:ext cx="77220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AD4A53C-AE4F-0F1F-325D-27BA3F117171}"/>
              </a:ext>
            </a:extLst>
          </p:cNvPr>
          <p:cNvCxnSpPr>
            <a:cxnSpLocks/>
          </p:cNvCxnSpPr>
          <p:nvPr/>
        </p:nvCxnSpPr>
        <p:spPr>
          <a:xfrm>
            <a:off x="3347596" y="4836160"/>
            <a:ext cx="0" cy="77724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3560D2A2-B06D-7419-B54A-E5CD4CF0A662}"/>
              </a:ext>
            </a:extLst>
          </p:cNvPr>
          <p:cNvCxnSpPr>
            <a:cxnSpLocks/>
          </p:cNvCxnSpPr>
          <p:nvPr/>
        </p:nvCxnSpPr>
        <p:spPr>
          <a:xfrm>
            <a:off x="5088721" y="1503653"/>
            <a:ext cx="13737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1192FA4-FDD6-8C8D-728F-EA47693C2874}"/>
              </a:ext>
            </a:extLst>
          </p:cNvPr>
          <p:cNvCxnSpPr>
            <a:cxnSpLocks/>
          </p:cNvCxnSpPr>
          <p:nvPr/>
        </p:nvCxnSpPr>
        <p:spPr>
          <a:xfrm>
            <a:off x="5100372" y="1678379"/>
            <a:ext cx="136207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98186638-2688-BE7C-661D-9ED7676D67BE}"/>
              </a:ext>
            </a:extLst>
          </p:cNvPr>
          <p:cNvCxnSpPr>
            <a:cxnSpLocks/>
          </p:cNvCxnSpPr>
          <p:nvPr/>
        </p:nvCxnSpPr>
        <p:spPr>
          <a:xfrm>
            <a:off x="2209289" y="5121552"/>
            <a:ext cx="135631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56AF8118-F9F2-0D52-4447-9D88823972B3}"/>
              </a:ext>
            </a:extLst>
          </p:cNvPr>
          <p:cNvCxnSpPr>
            <a:cxnSpLocks/>
          </p:cNvCxnSpPr>
          <p:nvPr/>
        </p:nvCxnSpPr>
        <p:spPr>
          <a:xfrm>
            <a:off x="2209289" y="5296278"/>
            <a:ext cx="1356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BEA5136F-92BF-A4F6-A169-3642DDCE78B9}"/>
              </a:ext>
            </a:extLst>
          </p:cNvPr>
          <p:cNvCxnSpPr>
            <a:cxnSpLocks/>
          </p:cNvCxnSpPr>
          <p:nvPr/>
        </p:nvCxnSpPr>
        <p:spPr>
          <a:xfrm>
            <a:off x="4365262" y="6062263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9D998F2A-50EA-8C60-E78A-02B7CB496179}"/>
              </a:ext>
            </a:extLst>
          </p:cNvPr>
          <p:cNvCxnSpPr>
            <a:cxnSpLocks/>
          </p:cNvCxnSpPr>
          <p:nvPr/>
        </p:nvCxnSpPr>
        <p:spPr>
          <a:xfrm>
            <a:off x="2209289" y="5932499"/>
            <a:ext cx="1018417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919F943-1226-1224-4373-6C6451A80ED6}"/>
              </a:ext>
            </a:extLst>
          </p:cNvPr>
          <p:cNvSpPr txBox="1"/>
          <p:nvPr/>
        </p:nvSpPr>
        <p:spPr>
          <a:xfrm>
            <a:off x="4054755" y="173877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0F0"/>
                </a:solidFill>
              </a:rPr>
              <a:t>控制是否</a:t>
            </a:r>
            <a:br>
              <a:rPr kumimoji="1" lang="en-US" altLang="zh-CN" sz="700" dirty="0">
                <a:solidFill>
                  <a:srgbClr val="00B0F0"/>
                </a:solidFill>
              </a:rPr>
            </a:br>
            <a:r>
              <a:rPr kumimoji="1" lang="zh-CN" altLang="en-US" sz="700" dirty="0">
                <a:solidFill>
                  <a:srgbClr val="00B0F0"/>
                </a:solidFill>
              </a:rPr>
              <a:t>启用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DBAF92-BCE1-6DFD-7788-9E312F586C15}"/>
              </a:ext>
            </a:extLst>
          </p:cNvPr>
          <p:cNvSpPr txBox="1"/>
          <p:nvPr/>
        </p:nvSpPr>
        <p:spPr>
          <a:xfrm>
            <a:off x="4878671" y="114821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0F0"/>
                </a:solidFill>
              </a:rPr>
              <a:t>控制是否</a:t>
            </a:r>
            <a:br>
              <a:rPr kumimoji="1" lang="en-US" altLang="zh-CN" sz="700" dirty="0">
                <a:solidFill>
                  <a:srgbClr val="00B0F0"/>
                </a:solidFill>
              </a:rPr>
            </a:br>
            <a:r>
              <a:rPr kumimoji="1" lang="zh-CN" altLang="en-US" sz="700" dirty="0">
                <a:solidFill>
                  <a:srgbClr val="00B0F0"/>
                </a:solidFill>
              </a:rPr>
              <a:t>启用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833F61-1C20-5BE0-8C99-9032D9B74E3D}"/>
              </a:ext>
            </a:extLst>
          </p:cNvPr>
          <p:cNvSpPr txBox="1"/>
          <p:nvPr/>
        </p:nvSpPr>
        <p:spPr>
          <a:xfrm>
            <a:off x="5443841" y="1148217"/>
            <a:ext cx="1099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通信参数（速率、调制阶数等）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45BB22-40A2-A23A-89B4-55BC17561A2C}"/>
              </a:ext>
            </a:extLst>
          </p:cNvPr>
          <p:cNvSpPr txBox="1"/>
          <p:nvPr/>
        </p:nvSpPr>
        <p:spPr>
          <a:xfrm>
            <a:off x="5966320" y="1336999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通信数据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C72889-342B-33A4-CAD6-42093221B565}"/>
              </a:ext>
            </a:extLst>
          </p:cNvPr>
          <p:cNvSpPr txBox="1"/>
          <p:nvPr/>
        </p:nvSpPr>
        <p:spPr>
          <a:xfrm>
            <a:off x="5758653" y="1671191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通信</a:t>
            </a:r>
            <a:r>
              <a:rPr kumimoji="1" lang="en-US" altLang="zh-CN" sz="700" dirty="0">
                <a:solidFill>
                  <a:srgbClr val="00B0F0"/>
                </a:solidFill>
              </a:rPr>
              <a:t>/</a:t>
            </a:r>
            <a:r>
              <a:rPr kumimoji="1" lang="zh-CN" altLang="en-US" sz="700" dirty="0">
                <a:solidFill>
                  <a:srgbClr val="00B0F0"/>
                </a:solidFill>
              </a:rPr>
              <a:t>感知数据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710FE6-0A64-2036-D6DC-CBFE65A9CE6C}"/>
              </a:ext>
            </a:extLst>
          </p:cNvPr>
          <p:cNvSpPr txBox="1"/>
          <p:nvPr/>
        </p:nvSpPr>
        <p:spPr>
          <a:xfrm>
            <a:off x="5690249" y="2074085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状态机当前状态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4EAE41-5C7E-352E-10F0-E1CED3671501}"/>
              </a:ext>
            </a:extLst>
          </p:cNvPr>
          <p:cNvSpPr txBox="1"/>
          <p:nvPr/>
        </p:nvSpPr>
        <p:spPr>
          <a:xfrm>
            <a:off x="3504837" y="2438275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是否转移到位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D22EA6-BC2E-05D3-5CDE-EE9E97E993DC}"/>
              </a:ext>
            </a:extLst>
          </p:cNvPr>
          <p:cNvSpPr txBox="1"/>
          <p:nvPr/>
        </p:nvSpPr>
        <p:spPr>
          <a:xfrm>
            <a:off x="3273696" y="477964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0F0"/>
                </a:solidFill>
              </a:rPr>
              <a:t>控制是否</a:t>
            </a:r>
            <a:br>
              <a:rPr kumimoji="1" lang="en-US" altLang="zh-CN" sz="700" dirty="0">
                <a:solidFill>
                  <a:srgbClr val="00B0F0"/>
                </a:solidFill>
              </a:rPr>
            </a:br>
            <a:r>
              <a:rPr kumimoji="1" lang="zh-CN" altLang="en-US" sz="700" dirty="0">
                <a:solidFill>
                  <a:srgbClr val="00B0F0"/>
                </a:solidFill>
              </a:rPr>
              <a:t>启用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D525373-FA2D-C88D-3EBE-19E07D19816C}"/>
              </a:ext>
            </a:extLst>
          </p:cNvPr>
          <p:cNvCxnSpPr>
            <a:cxnSpLocks/>
          </p:cNvCxnSpPr>
          <p:nvPr/>
        </p:nvCxnSpPr>
        <p:spPr>
          <a:xfrm>
            <a:off x="4362858" y="5289644"/>
            <a:ext cx="816259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CA46044-191A-F1A6-3A17-C8D06E99751B}"/>
              </a:ext>
            </a:extLst>
          </p:cNvPr>
          <p:cNvSpPr txBox="1"/>
          <p:nvPr/>
        </p:nvSpPr>
        <p:spPr>
          <a:xfrm>
            <a:off x="2203918" y="4932705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通信数据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CAC1B1-8000-9EB9-E7B4-5091714C75DD}"/>
              </a:ext>
            </a:extLst>
          </p:cNvPr>
          <p:cNvSpPr txBox="1"/>
          <p:nvPr/>
        </p:nvSpPr>
        <p:spPr>
          <a:xfrm>
            <a:off x="2203425" y="5266897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通信</a:t>
            </a:r>
            <a:r>
              <a:rPr kumimoji="1" lang="en-US" altLang="zh-CN" sz="700" dirty="0">
                <a:solidFill>
                  <a:srgbClr val="00B0F0"/>
                </a:solidFill>
              </a:rPr>
              <a:t>/</a:t>
            </a:r>
            <a:r>
              <a:rPr kumimoji="1" lang="zh-CN" altLang="en-US" sz="700" dirty="0">
                <a:solidFill>
                  <a:srgbClr val="00B0F0"/>
                </a:solidFill>
              </a:rPr>
              <a:t>感知数据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A937CF-83DD-93B9-80DA-597F03F19339}"/>
              </a:ext>
            </a:extLst>
          </p:cNvPr>
          <p:cNvSpPr txBox="1"/>
          <p:nvPr/>
        </p:nvSpPr>
        <p:spPr>
          <a:xfrm>
            <a:off x="2277899" y="5726943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状态机当前状态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95F136-7895-88FA-E17F-13498D126FB5}"/>
              </a:ext>
            </a:extLst>
          </p:cNvPr>
          <p:cNvSpPr txBox="1"/>
          <p:nvPr/>
        </p:nvSpPr>
        <p:spPr>
          <a:xfrm>
            <a:off x="4426543" y="6049539"/>
            <a:ext cx="10998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00B0F0"/>
                </a:solidFill>
              </a:rPr>
              <a:t>是否转移到位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ABF518-8730-8A3D-F4E6-9B67D807F00D}"/>
              </a:ext>
            </a:extLst>
          </p:cNvPr>
          <p:cNvSpPr txBox="1"/>
          <p:nvPr/>
        </p:nvSpPr>
        <p:spPr>
          <a:xfrm>
            <a:off x="3347103" y="535367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0F0"/>
                </a:solidFill>
              </a:rPr>
              <a:t>控制是否</a:t>
            </a:r>
            <a:br>
              <a:rPr kumimoji="1" lang="en-US" altLang="zh-CN" sz="700" dirty="0">
                <a:solidFill>
                  <a:srgbClr val="00B0F0"/>
                </a:solidFill>
              </a:rPr>
            </a:br>
            <a:r>
              <a:rPr kumimoji="1" lang="zh-CN" altLang="en-US" sz="700" dirty="0">
                <a:solidFill>
                  <a:srgbClr val="00B0F0"/>
                </a:solidFill>
              </a:rPr>
              <a:t>启用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27B98FF-95F7-62BA-CD69-6BA166B860C8}"/>
              </a:ext>
            </a:extLst>
          </p:cNvPr>
          <p:cNvSpPr txBox="1"/>
          <p:nvPr/>
        </p:nvSpPr>
        <p:spPr>
          <a:xfrm>
            <a:off x="2736882" y="4805322"/>
            <a:ext cx="7679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rgbClr val="00B0F0"/>
                </a:solidFill>
              </a:rPr>
              <a:t>通信参数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915DC47-2E3D-27C4-B73A-BDD47096EB46}"/>
              </a:ext>
            </a:extLst>
          </p:cNvPr>
          <p:cNvSpPr txBox="1"/>
          <p:nvPr/>
        </p:nvSpPr>
        <p:spPr>
          <a:xfrm>
            <a:off x="4644197" y="1977986"/>
            <a:ext cx="7679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rgbClr val="00B0F0"/>
                </a:solidFill>
              </a:rPr>
              <a:t>通信参数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8C594B5-4ACE-0C32-10F2-71F8170FBBE8}"/>
              </a:ext>
            </a:extLst>
          </p:cNvPr>
          <p:cNvSpPr txBox="1"/>
          <p:nvPr/>
        </p:nvSpPr>
        <p:spPr>
          <a:xfrm>
            <a:off x="4340444" y="5401727"/>
            <a:ext cx="7679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800" dirty="0">
                <a:solidFill>
                  <a:srgbClr val="00B0F0"/>
                </a:solidFill>
              </a:rPr>
              <a:t>通信参数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816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24D-CCB3-D7C0-369F-7DB260F2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AI 生成的内容可能不正确。">
            <a:extLst>
              <a:ext uri="{FF2B5EF4-FFF2-40B4-BE49-F238E27FC236}">
                <a16:creationId xmlns:a16="http://schemas.microsoft.com/office/drawing/2014/main" id="{0AAEB720-D6DC-FDE9-3A65-F64181ED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8" y="39351"/>
            <a:ext cx="7516621" cy="6818649"/>
          </a:xfrm>
          <a:prstGeom prst="rect">
            <a:avLst/>
          </a:prstGeom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97B38DC8-79C0-C48A-A275-076CADC59FF4}"/>
              </a:ext>
            </a:extLst>
          </p:cNvPr>
          <p:cNvCxnSpPr>
            <a:cxnSpLocks/>
          </p:cNvCxnSpPr>
          <p:nvPr/>
        </p:nvCxnSpPr>
        <p:spPr>
          <a:xfrm flipV="1">
            <a:off x="3825301" y="5401727"/>
            <a:ext cx="0" cy="211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2B6C3AD1-1BAE-8DA5-4C07-C2D090C34080}"/>
              </a:ext>
            </a:extLst>
          </p:cNvPr>
          <p:cNvCxnSpPr>
            <a:cxnSpLocks/>
          </p:cNvCxnSpPr>
          <p:nvPr/>
        </p:nvCxnSpPr>
        <p:spPr>
          <a:xfrm>
            <a:off x="5367872" y="1193369"/>
            <a:ext cx="0" cy="847187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AE598021-A6C1-4374-F8E0-C3344DA92363}"/>
              </a:ext>
            </a:extLst>
          </p:cNvPr>
          <p:cNvCxnSpPr>
            <a:cxnSpLocks/>
          </p:cNvCxnSpPr>
          <p:nvPr/>
        </p:nvCxnSpPr>
        <p:spPr>
          <a:xfrm>
            <a:off x="3510366" y="2458325"/>
            <a:ext cx="816259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E9ED9A51-263C-8B49-BC18-9BE864403D66}"/>
              </a:ext>
            </a:extLst>
          </p:cNvPr>
          <p:cNvCxnSpPr>
            <a:cxnSpLocks/>
          </p:cNvCxnSpPr>
          <p:nvPr/>
        </p:nvCxnSpPr>
        <p:spPr>
          <a:xfrm>
            <a:off x="3510366" y="1696325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7510150-9BD8-9920-C838-7455710CD921}"/>
              </a:ext>
            </a:extLst>
          </p:cNvPr>
          <p:cNvCxnSpPr>
            <a:cxnSpLocks/>
          </p:cNvCxnSpPr>
          <p:nvPr/>
        </p:nvCxnSpPr>
        <p:spPr>
          <a:xfrm>
            <a:off x="5520272" y="1193369"/>
            <a:ext cx="0" cy="84718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E4AC9A0-02B3-2E3D-D3F0-E54E1D9654DC}"/>
              </a:ext>
            </a:extLst>
          </p:cNvPr>
          <p:cNvCxnSpPr>
            <a:cxnSpLocks/>
          </p:cNvCxnSpPr>
          <p:nvPr/>
        </p:nvCxnSpPr>
        <p:spPr>
          <a:xfrm>
            <a:off x="4575151" y="1787703"/>
            <a:ext cx="0" cy="25285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A34EDA23-8A89-0C08-79A9-CB9516C8FAE6}"/>
              </a:ext>
            </a:extLst>
          </p:cNvPr>
          <p:cNvCxnSpPr>
            <a:cxnSpLocks/>
          </p:cNvCxnSpPr>
          <p:nvPr/>
        </p:nvCxnSpPr>
        <p:spPr>
          <a:xfrm>
            <a:off x="5690249" y="2264166"/>
            <a:ext cx="77220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C087C87-F7A3-99CD-D8BE-71FF76A0F873}"/>
              </a:ext>
            </a:extLst>
          </p:cNvPr>
          <p:cNvCxnSpPr>
            <a:cxnSpLocks/>
          </p:cNvCxnSpPr>
          <p:nvPr/>
        </p:nvCxnSpPr>
        <p:spPr>
          <a:xfrm>
            <a:off x="3347596" y="4836160"/>
            <a:ext cx="0" cy="77724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9D47B5A-639B-A1C5-9E9B-76343C47D757}"/>
              </a:ext>
            </a:extLst>
          </p:cNvPr>
          <p:cNvCxnSpPr>
            <a:cxnSpLocks/>
          </p:cNvCxnSpPr>
          <p:nvPr/>
        </p:nvCxnSpPr>
        <p:spPr>
          <a:xfrm>
            <a:off x="5088721" y="1503653"/>
            <a:ext cx="13737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4298CBC4-3CB2-457C-9E02-5CD672D83A5E}"/>
              </a:ext>
            </a:extLst>
          </p:cNvPr>
          <p:cNvCxnSpPr>
            <a:cxnSpLocks/>
          </p:cNvCxnSpPr>
          <p:nvPr/>
        </p:nvCxnSpPr>
        <p:spPr>
          <a:xfrm>
            <a:off x="5100372" y="1678379"/>
            <a:ext cx="1362077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0FDA7ACE-4172-52F2-F5A0-E8026D4C14B9}"/>
              </a:ext>
            </a:extLst>
          </p:cNvPr>
          <p:cNvCxnSpPr>
            <a:cxnSpLocks/>
          </p:cNvCxnSpPr>
          <p:nvPr/>
        </p:nvCxnSpPr>
        <p:spPr>
          <a:xfrm>
            <a:off x="2209289" y="5121552"/>
            <a:ext cx="1356310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3012E331-598C-7498-4CF3-25A1D5311E16}"/>
              </a:ext>
            </a:extLst>
          </p:cNvPr>
          <p:cNvCxnSpPr>
            <a:cxnSpLocks/>
          </p:cNvCxnSpPr>
          <p:nvPr/>
        </p:nvCxnSpPr>
        <p:spPr>
          <a:xfrm>
            <a:off x="2209289" y="5296278"/>
            <a:ext cx="1356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25866A51-CE98-A360-6F5F-26AAE4146169}"/>
              </a:ext>
            </a:extLst>
          </p:cNvPr>
          <p:cNvCxnSpPr>
            <a:cxnSpLocks/>
          </p:cNvCxnSpPr>
          <p:nvPr/>
        </p:nvCxnSpPr>
        <p:spPr>
          <a:xfrm>
            <a:off x="4365262" y="6062263"/>
            <a:ext cx="816259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50756AF9-9A30-23CC-239A-150EEBE2E0BF}"/>
              </a:ext>
            </a:extLst>
          </p:cNvPr>
          <p:cNvCxnSpPr>
            <a:cxnSpLocks/>
          </p:cNvCxnSpPr>
          <p:nvPr/>
        </p:nvCxnSpPr>
        <p:spPr>
          <a:xfrm>
            <a:off x="2209289" y="5932499"/>
            <a:ext cx="1018417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CAB4AC7D-C73E-5F4C-D753-91D482F47874}"/>
              </a:ext>
            </a:extLst>
          </p:cNvPr>
          <p:cNvSpPr>
            <a:spLocks noChangeAspect="1"/>
          </p:cNvSpPr>
          <p:nvPr/>
        </p:nvSpPr>
        <p:spPr>
          <a:xfrm>
            <a:off x="5404089" y="2073459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1ACC8AF-BF38-F890-14ED-B38CBCBBA8F7}"/>
              </a:ext>
            </a:extLst>
          </p:cNvPr>
          <p:cNvSpPr>
            <a:spLocks noChangeAspect="1"/>
          </p:cNvSpPr>
          <p:nvPr/>
        </p:nvSpPr>
        <p:spPr>
          <a:xfrm>
            <a:off x="5520272" y="222552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6D0DE29-23D4-AF6F-FC82-CDCD0619241A}"/>
              </a:ext>
            </a:extLst>
          </p:cNvPr>
          <p:cNvSpPr>
            <a:spLocks noChangeAspect="1"/>
          </p:cNvSpPr>
          <p:nvPr/>
        </p:nvSpPr>
        <p:spPr>
          <a:xfrm>
            <a:off x="4575151" y="207184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7A0AFFEB-B6AB-9C16-C7B1-A4693BC60B8C}"/>
              </a:ext>
            </a:extLst>
          </p:cNvPr>
          <p:cNvCxnSpPr>
            <a:cxnSpLocks/>
          </p:cNvCxnSpPr>
          <p:nvPr/>
        </p:nvCxnSpPr>
        <p:spPr>
          <a:xfrm>
            <a:off x="4365262" y="5121552"/>
            <a:ext cx="816259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A37841AF-6916-C86F-BEA3-1AC84FC1E628}"/>
              </a:ext>
            </a:extLst>
          </p:cNvPr>
          <p:cNvSpPr>
            <a:spLocks noChangeAspect="1"/>
          </p:cNvSpPr>
          <p:nvPr/>
        </p:nvSpPr>
        <p:spPr>
          <a:xfrm>
            <a:off x="8420008" y="103233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0C27A97-BFE3-9D94-9ED7-4164AEC1C8FD}"/>
              </a:ext>
            </a:extLst>
          </p:cNvPr>
          <p:cNvSpPr>
            <a:spLocks noChangeAspect="1"/>
          </p:cNvSpPr>
          <p:nvPr/>
        </p:nvSpPr>
        <p:spPr>
          <a:xfrm>
            <a:off x="8420008" y="1278516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17B718B-5054-C9FE-A845-493EF457042F}"/>
              </a:ext>
            </a:extLst>
          </p:cNvPr>
          <p:cNvSpPr>
            <a:spLocks noChangeAspect="1"/>
          </p:cNvSpPr>
          <p:nvPr/>
        </p:nvSpPr>
        <p:spPr>
          <a:xfrm>
            <a:off x="8420008" y="152470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F25266-F78B-ABBC-445C-86417B1F3E20}"/>
              </a:ext>
            </a:extLst>
          </p:cNvPr>
          <p:cNvSpPr txBox="1"/>
          <p:nvPr/>
        </p:nvSpPr>
        <p:spPr>
          <a:xfrm>
            <a:off x="8535306" y="986266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00" dirty="0"/>
              <a:t>USB</a:t>
            </a:r>
            <a:endParaRPr kumimoji="1" lang="zh-CN" altLang="en-US" sz="7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89E5408-F161-46C6-279B-64E13589A440}"/>
              </a:ext>
            </a:extLst>
          </p:cNvPr>
          <p:cNvSpPr txBox="1"/>
          <p:nvPr/>
        </p:nvSpPr>
        <p:spPr>
          <a:xfrm>
            <a:off x="8535306" y="1232451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00" dirty="0"/>
              <a:t>USB</a:t>
            </a:r>
            <a:endParaRPr kumimoji="1" lang="zh-CN" altLang="en-US" sz="7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CD39B45-934C-457F-5E95-1B86354A0DB0}"/>
              </a:ext>
            </a:extLst>
          </p:cNvPr>
          <p:cNvSpPr txBox="1"/>
          <p:nvPr/>
        </p:nvSpPr>
        <p:spPr>
          <a:xfrm>
            <a:off x="8535306" y="1479411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/>
              <a:t>串口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DFABEE0C-8277-B2D3-DB66-A2B0B50DC311}"/>
              </a:ext>
            </a:extLst>
          </p:cNvPr>
          <p:cNvSpPr>
            <a:spLocks noChangeAspect="1"/>
          </p:cNvSpPr>
          <p:nvPr/>
        </p:nvSpPr>
        <p:spPr>
          <a:xfrm>
            <a:off x="3831821" y="573381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70B087-6977-0BE7-A5A0-DF7C82E3B891}"/>
              </a:ext>
            </a:extLst>
          </p:cNvPr>
          <p:cNvSpPr>
            <a:spLocks noChangeAspect="1"/>
          </p:cNvSpPr>
          <p:nvPr/>
        </p:nvSpPr>
        <p:spPr>
          <a:xfrm>
            <a:off x="3270180" y="5892453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7E3910F-7BB3-F3DF-BF9A-A2468800C4E9}"/>
              </a:ext>
            </a:extLst>
          </p:cNvPr>
          <p:cNvSpPr>
            <a:spLocks noChangeAspect="1"/>
          </p:cNvSpPr>
          <p:nvPr/>
        </p:nvSpPr>
        <p:spPr>
          <a:xfrm>
            <a:off x="3270180" y="5733811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446A886A-1133-CF7C-413C-9E8FBB3F0DCE}"/>
              </a:ext>
            </a:extLst>
          </p:cNvPr>
          <p:cNvSpPr>
            <a:spLocks noChangeAspect="1"/>
          </p:cNvSpPr>
          <p:nvPr/>
        </p:nvSpPr>
        <p:spPr>
          <a:xfrm>
            <a:off x="8420008" y="5424654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3F2D1E0-D2EB-141A-85FD-AF2098D5BDAF}"/>
              </a:ext>
            </a:extLst>
          </p:cNvPr>
          <p:cNvSpPr>
            <a:spLocks noChangeAspect="1"/>
          </p:cNvSpPr>
          <p:nvPr/>
        </p:nvSpPr>
        <p:spPr>
          <a:xfrm>
            <a:off x="8420008" y="5670839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4654DFD8-C89F-3C65-95DD-FFB8B2BC4E73}"/>
              </a:ext>
            </a:extLst>
          </p:cNvPr>
          <p:cNvSpPr>
            <a:spLocks noChangeAspect="1"/>
          </p:cNvSpPr>
          <p:nvPr/>
        </p:nvSpPr>
        <p:spPr>
          <a:xfrm>
            <a:off x="8420008" y="5917024"/>
            <a:ext cx="107927" cy="107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443C057-E248-1188-2A5D-839DF61B93B2}"/>
              </a:ext>
            </a:extLst>
          </p:cNvPr>
          <p:cNvSpPr txBox="1"/>
          <p:nvPr/>
        </p:nvSpPr>
        <p:spPr>
          <a:xfrm>
            <a:off x="8535306" y="5378589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00" dirty="0"/>
              <a:t>USB</a:t>
            </a:r>
            <a:endParaRPr kumimoji="1" lang="zh-CN" altLang="en-US" sz="7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8EDA7FD-40E6-BA0A-2DFD-1772DD7151F8}"/>
              </a:ext>
            </a:extLst>
          </p:cNvPr>
          <p:cNvSpPr txBox="1"/>
          <p:nvPr/>
        </p:nvSpPr>
        <p:spPr>
          <a:xfrm>
            <a:off x="8535306" y="5624774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00" dirty="0"/>
              <a:t>USB</a:t>
            </a:r>
            <a:endParaRPr kumimoji="1" lang="zh-CN" altLang="en-US" sz="7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3535D56-BFCC-ED88-855F-6A3B220A9724}"/>
              </a:ext>
            </a:extLst>
          </p:cNvPr>
          <p:cNvSpPr txBox="1"/>
          <p:nvPr/>
        </p:nvSpPr>
        <p:spPr>
          <a:xfrm>
            <a:off x="8535306" y="5871734"/>
            <a:ext cx="13230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/>
              <a:t>串口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718F963-BA39-4620-23CA-5B0E689A3201}"/>
              </a:ext>
            </a:extLst>
          </p:cNvPr>
          <p:cNvSpPr txBox="1"/>
          <p:nvPr/>
        </p:nvSpPr>
        <p:spPr>
          <a:xfrm>
            <a:off x="5624912" y="1466034"/>
            <a:ext cx="942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FF0000"/>
                </a:solidFill>
              </a:rPr>
              <a:t>光口 </a:t>
            </a:r>
            <a:r>
              <a:rPr lang="en" altLang="zh-CN" sz="800" dirty="0">
                <a:solidFill>
                  <a:srgbClr val="FF0000"/>
                </a:solidFill>
              </a:rPr>
              <a:t>10GE/40GE</a:t>
            </a:r>
            <a:endParaRPr kumimoji="1" lang="zh-CN" altLang="en-US" sz="700" dirty="0">
              <a:solidFill>
                <a:srgbClr val="FF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CA5F871-8325-8F8E-1464-26BBDFB84722}"/>
              </a:ext>
            </a:extLst>
          </p:cNvPr>
          <p:cNvSpPr txBox="1"/>
          <p:nvPr/>
        </p:nvSpPr>
        <p:spPr>
          <a:xfrm>
            <a:off x="2156022" y="5291223"/>
            <a:ext cx="9421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00" dirty="0">
                <a:solidFill>
                  <a:srgbClr val="FF0000"/>
                </a:solidFill>
              </a:rPr>
              <a:t>光口 </a:t>
            </a:r>
            <a:r>
              <a:rPr lang="en" altLang="zh-CN" sz="800" dirty="0">
                <a:solidFill>
                  <a:srgbClr val="FF0000"/>
                </a:solidFill>
              </a:rPr>
              <a:t>10GE/40GE</a:t>
            </a:r>
            <a:endParaRPr kumimoji="1" lang="zh-CN" altLang="en-US" sz="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32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A2BAF5A-A4C4-46D9-8A03-E2A9455A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92" y="866320"/>
            <a:ext cx="1015506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4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37AAA2-FFF8-40CA-A1A0-5B5B5EDC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16" y="1954082"/>
            <a:ext cx="4582057" cy="334920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45F8FC-2F8C-423C-8E87-4F77B352959F}"/>
              </a:ext>
            </a:extLst>
          </p:cNvPr>
          <p:cNvSpPr/>
          <p:nvPr/>
        </p:nvSpPr>
        <p:spPr>
          <a:xfrm>
            <a:off x="5966269" y="4547795"/>
            <a:ext cx="1264023" cy="470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开发板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356750-4186-4352-A848-02F42FEDA2E5}"/>
              </a:ext>
            </a:extLst>
          </p:cNvPr>
          <p:cNvSpPr/>
          <p:nvPr/>
        </p:nvSpPr>
        <p:spPr>
          <a:xfrm>
            <a:off x="1380023" y="4549577"/>
            <a:ext cx="2209593" cy="470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FPGA</a:t>
            </a:r>
            <a:r>
              <a:rPr lang="zh-CN" altLang="en-US" dirty="0">
                <a:solidFill>
                  <a:schemeClr val="tx1"/>
                </a:solidFill>
              </a:rPr>
              <a:t>基带板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9E1BA1-9759-4691-A8BF-798BA437E5CE}"/>
              </a:ext>
            </a:extLst>
          </p:cNvPr>
          <p:cNvSpPr/>
          <p:nvPr/>
        </p:nvSpPr>
        <p:spPr>
          <a:xfrm>
            <a:off x="1340523" y="3757784"/>
            <a:ext cx="2527158" cy="622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毫米波通感系统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基带模块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DCB6E5-F394-4807-A09F-854985AD259B}"/>
              </a:ext>
            </a:extLst>
          </p:cNvPr>
          <p:cNvSpPr/>
          <p:nvPr/>
        </p:nvSpPr>
        <p:spPr>
          <a:xfrm>
            <a:off x="7719234" y="826621"/>
            <a:ext cx="1467737" cy="622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云台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E7A257-4ECD-448D-8594-9E73D29E32F5}"/>
              </a:ext>
            </a:extLst>
          </p:cNvPr>
          <p:cNvSpPr txBox="1"/>
          <p:nvPr/>
        </p:nvSpPr>
        <p:spPr>
          <a:xfrm>
            <a:off x="8476621" y="1554713"/>
            <a:ext cx="607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RS485</a:t>
            </a:r>
            <a:endParaRPr lang="zh-CN" altLang="en-US" sz="12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E3F44F-4C23-4680-8A1A-40EFEE612314}"/>
              </a:ext>
            </a:extLst>
          </p:cNvPr>
          <p:cNvSpPr txBox="1"/>
          <p:nvPr/>
        </p:nvSpPr>
        <p:spPr>
          <a:xfrm>
            <a:off x="3576369" y="4525734"/>
            <a:ext cx="137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USB</a:t>
            </a:r>
            <a:r>
              <a:rPr lang="zh-CN" altLang="en-US" sz="1200" dirty="0"/>
              <a:t>转串口通信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FEB9163-9136-48EF-B19D-BB936EF43F0B}"/>
              </a:ext>
            </a:extLst>
          </p:cNvPr>
          <p:cNvSpPr txBox="1"/>
          <p:nvPr/>
        </p:nvSpPr>
        <p:spPr>
          <a:xfrm>
            <a:off x="4065509" y="3800478"/>
            <a:ext cx="817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USB</a:t>
            </a:r>
            <a:r>
              <a:rPr lang="zh-CN" altLang="en-US" sz="1200" dirty="0"/>
              <a:t>通信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DF5DD2-D868-4FBA-9E57-4C90EFAA57A9}"/>
              </a:ext>
            </a:extLst>
          </p:cNvPr>
          <p:cNvSpPr/>
          <p:nvPr/>
        </p:nvSpPr>
        <p:spPr>
          <a:xfrm>
            <a:off x="9924208" y="3256203"/>
            <a:ext cx="1467737" cy="622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服务器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4F3E76-3D05-411A-92D3-A66F9C340812}"/>
              </a:ext>
            </a:extLst>
          </p:cNvPr>
          <p:cNvSpPr txBox="1"/>
          <p:nvPr/>
        </p:nvSpPr>
        <p:spPr>
          <a:xfrm>
            <a:off x="8660678" y="3290500"/>
            <a:ext cx="1263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USB</a:t>
            </a:r>
            <a:r>
              <a:rPr lang="zh-CN" altLang="en-US" sz="1200" dirty="0"/>
              <a:t>转串口通信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A2041A1-81BD-4F20-B83E-195B7E06D0D2}"/>
              </a:ext>
            </a:extLst>
          </p:cNvPr>
          <p:cNvCxnSpPr>
            <a:cxnSpLocks/>
          </p:cNvCxnSpPr>
          <p:nvPr/>
        </p:nvCxnSpPr>
        <p:spPr>
          <a:xfrm>
            <a:off x="3899659" y="4069080"/>
            <a:ext cx="17894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CFE3775-F97C-4425-8F54-7BDA0B52069D}"/>
              </a:ext>
            </a:extLst>
          </p:cNvPr>
          <p:cNvCxnSpPr>
            <a:cxnSpLocks/>
          </p:cNvCxnSpPr>
          <p:nvPr/>
        </p:nvCxnSpPr>
        <p:spPr>
          <a:xfrm>
            <a:off x="3651069" y="4855029"/>
            <a:ext cx="11004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0015FE0-00E9-4C01-B134-B57519693F42}"/>
              </a:ext>
            </a:extLst>
          </p:cNvPr>
          <p:cNvCxnSpPr>
            <a:cxnSpLocks/>
          </p:cNvCxnSpPr>
          <p:nvPr/>
        </p:nvCxnSpPr>
        <p:spPr>
          <a:xfrm>
            <a:off x="7665153" y="3606913"/>
            <a:ext cx="22299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87091A2-8719-49FA-92C3-0295E5592C82}"/>
              </a:ext>
            </a:extLst>
          </p:cNvPr>
          <p:cNvCxnSpPr>
            <a:cxnSpLocks/>
          </p:cNvCxnSpPr>
          <p:nvPr/>
        </p:nvCxnSpPr>
        <p:spPr>
          <a:xfrm>
            <a:off x="8453103" y="1466006"/>
            <a:ext cx="2748" cy="7831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21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126</Words>
  <Application>Microsoft Office PowerPoint</Application>
  <PresentationFormat>宽屏</PresentationFormat>
  <Paragraphs>49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 辰</dc:creator>
  <cp:lastModifiedBy>义飞 王</cp:lastModifiedBy>
  <cp:revision>9</cp:revision>
  <dcterms:created xsi:type="dcterms:W3CDTF">2026-03-10T07:13:07Z</dcterms:created>
  <dcterms:modified xsi:type="dcterms:W3CDTF">2026-04-08T12:57:28Z</dcterms:modified>
</cp:coreProperties>
</file>